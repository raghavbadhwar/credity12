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Trusted Verification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UPI Did for Payments, Credity Does for Trust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2468880"/>
            <a:ext cx="3657600" cy="18288"/>
          </a:xfrm>
          <a:prstGeom prst="rect">
            <a:avLst/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₹2 LAKH CRORE PROBLEM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🎭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Identity Fraud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₹80,000 Cr/year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Fake documents, impersonation, deepfakes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📝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Claims Fraud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6616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₹70,000 Cr/year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78% recruiters caught fake resumes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51760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54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📄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Evidence Fraud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₹50,000 Cr/year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15% insurance claims fraudulent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 Million DigiLocker users. Zero fraud detection.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TRUST TRIFECTA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4748B"/>
                </a:solidFill>
              </a:rPr>
              <a:t>Three Layers of Military-Grade Verification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7830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938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Is this person real?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8105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DigiLocker + Liveness + Biometrics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42316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6517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CLAIMS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88720" y="28072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Is what they say true?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6791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Timeline Analysis + Cross-Validation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91840"/>
            <a:ext cx="73152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5204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3675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Is this document authentic?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547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AI Forensics + Deepfake Detection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Vishwas Score™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— India's First Trust Reputation System (0-1000)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&amp; TRACTION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Revenue Streams (Year 1)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SaaS Subscriptions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554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₹60L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554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60%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Per-Verification Fees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965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₹30L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30%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Issuer Fees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₹10L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6576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Target ARR: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₹1 Crore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Unit Economics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CAC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₹5,000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LTV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₹2,50,000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LTV:CAC Ratio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50:1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</a:rPr>
              <a:t>Gross Margin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80%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Early Traction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✅ Working prototype (CredVerse ecosystem)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✅ DigiLocker API integration ready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✅ 2 pilot universities in discussion (10,000+ students)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761"/>
                </a:solidFill>
              </a:rPr>
              <a:t>✅ 5 recruiter prospects in pipeline (₹15L combined budget)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NOW?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</a:rPr>
              <a:t>The Perfect Storm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🚫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 Vacuum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01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Worldcoin BANNED • Humanity Protocol crashed 85%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41148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Infrastructure Ready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1801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513M DigiLocker users • India Stack matured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Regulatory Tailwind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807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DPDP Act 2023 • Government digital push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4114800" cy="8229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57784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Gig Economy Boom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28072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15M+ workers need portable credentials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71600" y="3474720"/>
            <a:ext cx="6400800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611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₹1.5 Crore Seed Round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Target: ₹1 Cr ARR in 12 months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Credity - India's Trusted Verification Layer</dc:title>
  <dc:subject>PptxGenJS Presentation</dc:subject>
  <dc:creator>Raghav Badhwar</dc:creator>
  <cp:lastModifiedBy>Raghav Badhwar</cp:lastModifiedBy>
  <cp:revision>1</cp:revision>
  <dcterms:created xsi:type="dcterms:W3CDTF">2026-02-10T12:27:11Z</dcterms:created>
  <dcterms:modified xsi:type="dcterms:W3CDTF">2026-02-10T12:27:11Z</dcterms:modified>
</cp:coreProperties>
</file>